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09728" cy="2834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React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6366F1"/>
                </a:solidFill>
                <a:latin typeface="Calibri"/>
              </a:rPr>
              <a:t>Plateforme multi-LLM centralisée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CNAM USAL59  • 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Ibrahima  •  Axel  •  Augustin  •  Antonio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❌  Des dizaines de plateformes séparées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94A3B8"/>
                </a:solidFill>
                <a:latin typeface="Calibri"/>
              </a:rPr>
              <a:t>      ChatGPT · Gemini · Claude · Mistral...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❌  Quotas gratuits très limités par modèle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94A3B8"/>
                </a:solidFill>
                <a:latin typeface="Calibri"/>
              </a:rPr>
              <a:t>      15 req/min sur Gemini, 3 sur GPT...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❌  Pas d'historique centralisé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94A3B8"/>
                </a:solidFill>
                <a:latin typeface="Calibri"/>
              </a:rPr>
              <a:t>      Conversations perdues entre les outils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188720"/>
            <a:ext cx="50292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366F1"/>
                </a:solidFill>
                <a:latin typeface="Calibri"/>
              </a:rPr>
              <a:t>Notre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✅  Une seule interface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✅  Gestion automatique des quotas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✅  Basculement transparent entre LLMs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✅  Historique persisté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22C55E"/>
                </a:solidFill>
                <a:latin typeface="Calibri"/>
              </a:rPr>
              <a:t>✅  100 % gratuit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🔧 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Django 6 · DRF · SimpleJWT
Gunicorn · WhiteNoise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⚛️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19659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React 18 · Vite · Tailwind CSS
react-router · axios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🤖  LLMs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659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Gemini 2.5 Flash
DeepSeek Chat · Groq Llama 3.1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371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🗄️  Base de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9659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SQLite (local)
PostgreSQL (prod)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🔐 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348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JWT Access + Refresh
Tokens auto-renouvelés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84048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79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🌍  i18n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44348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Français / Anglais
react-i18next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84048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🚀  Déploiement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4348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Render (back + front static)
GitHub CI auto-deploy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384048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📊 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44348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Dashboard admin
Graphiques recharts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Pourquoi ces choix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ORM puissant, admin intégré, écosystème mature, parfait pour API 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7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7568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75687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Composants réutilisables, HMR ultra-rapide, écosystème riche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88336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3405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Stateless → scalable, pas de session serveur, standard 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46704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924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Gemini 2.5 Flash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92424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1 500 req/jour gratuites, modèle le plus performant du trio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05072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5079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DeepSeek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050791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Qualité GPT-4 level, API OpenAI-compatible, crédits gratuits offerts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0915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Groq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709159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Inférence ultra-rapide (LPU), 1 000 req/jour gratuites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21808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675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36752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Déploiement en 1 clic depuis GitHub, tier gratuit généreux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Architecture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1280160"/>
            <a:ext cx="210312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138988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Utilisateur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286000"/>
            <a:ext cx="210312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239572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React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291840"/>
            <a:ext cx="2103120" cy="640080"/>
          </a:xfrm>
          <a:prstGeom prst="rect">
            <a:avLst/>
          </a:prstGeom>
          <a:solidFill>
            <a:srgbClr val="065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340156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Django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297680"/>
            <a:ext cx="2103120" cy="6400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440740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Router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03520"/>
            <a:ext cx="2103120" cy="640080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41324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Gemini 2.5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303520"/>
            <a:ext cx="21031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541324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DeepSeek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5303520"/>
            <a:ext cx="210312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541324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Groq Llama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291840"/>
            <a:ext cx="2103120" cy="640080"/>
          </a:xfrm>
          <a:prstGeom prst="rect">
            <a:avLst/>
          </a:prstGeom>
          <a:solidFill>
            <a:srgbClr val="78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340156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QuotaManager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4297680"/>
            <a:ext cx="21031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4407408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↓  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↓  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↙       ↓       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RPM/RPD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Fallback auto si 429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Fonctionnalité clé : le LLM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L'utilisateur envoie un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Modèle préféré sélectionné (ex: Gemini)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Calibri"/>
              </a:rPr>
              <a:t>Vérification des quotas RPM/RPD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334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Trop de requêtes cette minute ? → Skip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73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Appel au LLM sélectionné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478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Si 429 reçu → RateLimitError levée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Calibri"/>
              </a:rPr>
              <a:t>Fallback automatique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622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Passe au modèle suivant : DeepSeek → Groq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02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Calibri"/>
              </a:rPr>
              <a:t>Réponse renvoyée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766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Avec indication du modèle réellement utilisé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280160"/>
            <a:ext cx="48463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  <a:latin typeface="Calibri"/>
              </a:rPr>
              <a:t>Quotas gratuits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011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Calibri"/>
              </a:rPr>
              <a:t>Gemini 2.5 Flash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15 RPM · 1 500 RPD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88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↓ fallback si quota dépassé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383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Calibri"/>
              </a:rPr>
              <a:t>DeepSeek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794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10 RPM · 500 RPD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↓ fallback si quota dépassé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754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Groq Llama 3.1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166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30 RPM · 1 000 RPD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Fonctionnalités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💬  Chat multi-modèles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Gemini · DeepSeek · Groq depuis une seule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📁  Upload de fichiers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PDF · Word · Images — contexte injecté dans le 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🔊  Text-to-Speech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L'IA lit les réponses à voix haute (Web Speech API)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🎤  Speech-to-Text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Dictez vos questions à l'IA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06324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🌙  Mode sombre / clair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57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Préférence sauvegardée par utilisateur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06324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🌍  Multilingue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57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Interface complète en Français et Anglais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92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📊  Dashboard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Graphiques : requêtes, tokens, erreurs 429 par modèle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75488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892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💾 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349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Conversations exportables en JSON ou TXT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754880"/>
            <a:ext cx="3657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892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Calibri"/>
              </a:rPr>
              <a:t>🔐  Auth sécurisée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349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JWT avec refresh automatique, sessions persistées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Organisation de l'équipe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Ibrahima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Calibri"/>
              </a:rPr>
              <a:t>Project Lead ·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Gestion du repo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Déploiement 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Configuration prod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Coordination équipe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37160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371600"/>
            <a:ext cx="2743200" cy="73152"/>
          </a:xfrm>
          <a:prstGeom prst="rect">
            <a:avLst/>
          </a:prstGeom>
          <a:solidFill>
            <a:srgbClr val="06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7860"/>
                </a:solidFill>
                <a:latin typeface="Calibri"/>
              </a:rPr>
              <a:t>Backend 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Architecture Django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246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LLM Router +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QuotaManager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5262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API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7160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Augustin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40AF"/>
                </a:solidFill>
                <a:latin typeface="Calibri"/>
              </a:rPr>
              <a:t>Frontend Developer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Composants React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Pages Chat · Settings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Intégration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5262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Upload fichiers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37160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1371600"/>
            <a:ext cx="2743200" cy="73152"/>
          </a:xfrm>
          <a:prstGeom prst="rect">
            <a:avLst/>
          </a:prstGeom>
          <a:solidFill>
            <a:srgbClr val="780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Antonio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0950"/>
                </a:solidFill>
                <a:latin typeface="Calibri"/>
              </a:rPr>
              <a:t>UI/UX · Présentation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Design Tailwind CSS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246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Mode sombre/clair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i18n FR/EN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5262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Slides PowerPoint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Git &amp; Déploiement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366F1"/>
                </a:solidFill>
                <a:latin typeface="Calibri"/>
              </a:rPr>
              <a:t>Branches Git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Production — déploiement automatique sur 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25603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featured/init-app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Développement principal de l'équipe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25603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claude/build-react-ia-app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Génération initiale de la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366F1"/>
                </a:solidFill>
                <a:latin typeface="Calibri"/>
              </a:rPr>
              <a:t>Pipeline de déploiement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Push sur 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Render détecte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Build 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</a:rPr>
              <a:t>Live 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366F1"/>
                </a:solidFill>
                <a:latin typeface="Calibri"/>
              </a:rPr>
              <a:t>URLs de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828800"/>
            <a:ext cx="53035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🌐 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874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react-ia-4.onrender.com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743200"/>
            <a:ext cx="53035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⚙️  Backend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react-ia-3.onrender.com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🗄️  Base de données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PostgreSQL sur Render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Démonstration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Calibri"/>
              </a:rPr>
              <a:t>🌐  https://react-ia-4.onrender.com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Inscription / Connexion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Créer un compte et se connecter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5029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377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Sélection du modèle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8346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Choisir Gemini, DeepSeek ou Groq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5029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4903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Chat en temps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Poser une question, voir la réponse streamée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65760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657600"/>
            <a:ext cx="5029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8862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4903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Upload de fichier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206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Charger un PDF et poser une question dessus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2920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5029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57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206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Basculement de modèle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577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Voir le fallback automatique si quota dépassé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02920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029200"/>
            <a:ext cx="5029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257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1206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Dashboard 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577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Visualiser les statistiques d'utilisation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100 % gratuit en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4630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Aucun coût — LLMs gratuits + Render free 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Architecture extensible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Ajouter un nouveau LLM = 1 fichier 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Déployé et fonctionnel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918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Accessible sur react-ia-4.onrender.com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Gestion intelligente des quotas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062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Zéro interruption grâce au fallback automatique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Expérience utilisateur soignée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1206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Dark mode · i18n · TTS/STT ·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Calibri"/>
              </a:rP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